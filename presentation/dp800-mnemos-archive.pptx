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1B1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1B18"/>
                </a:solidFill>
                <a:latin typeface="+mn-lt"/>
              </a:rPr>
              <a:t>Lecturas lógicas con 200.000 documentos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Lecturas lógicas</c:v>
                </c:pt>
              </c:strCache>
            </c:strRef>
          </c:tx>
          <c:spPr>
            <a:solidFill>
              <a:srgbClr val="8A8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D1B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F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Antes (Index Scan + Sort)</c:v>
                  </c:pt>
                  <c:pt idx="1">
                    <c:v>Después (Index Seek)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4512</c:v>
                </c:pt>
                <c:pt idx="1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D1B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B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1C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57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Mnemos Archive guarda documentos en SQL Server 2025 y responde preguntas sobre ellos citando el documento y la página. Todo ocurre en el ordenador del usuario: sin nube, sin cuentas, sin claves de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escenario es un estudio de diseño ficticio con 22 documentos. Todos los nombres, NIF e importes son inventados.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arquitectura clave: la lógica vive en la base de datos. La app es solo una interfaz sobre los mismos procedimientos que se pueden ejecutar en SSMS.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Cumple los bloques del DP-800: diseño, T-SQL, seguridad, optimización, embeddings, vector search y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pantalla Preguntar. El chip con el nombre del archivo y la página es la cita; el pasaje resaltado es el fragmento exacto que recibió 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fallo real que encontré: ante 'el doble de lo que pagué', el modelo escribió una cuenta falsa con cifras existentes. Lo corregí quitándole la aritmética: ahora la hace T-SQL y se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seguridad se hereda: como todo lee las tablas con RLS, no hay forma de que la IA saque algo que el usuario no puede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medidas en el entorno de pruebas con 200.000 documentos. La salida real queda en evidencias/database_11_optimization.txt.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B del enunciado: el código generado por la IA falló al ejecutarse varias veces. Todos los casos están documentados con el error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 aprendido y lo que falta. Los escaneos aún no se archivan porque no hay OCR.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F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Mnemos Archive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6FB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documentos, recordados.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documentos local sobre SQL Server 2025, con vectores y un modelo de lenguaje en el propio ordenador.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DP-800 · Álvaro García-Quismondo Lizana</a:t>
            </a:r>
            <a:endParaRPr lang="en-US" sz="1200" dirty="0"/>
          </a:p>
        </p:txBody>
      </p:sp>
      <p:pic>
        <p:nvPicPr>
          <p:cNvPr id="6" name="Image 0" descr="Pantalla Preguntar de Mnemos Archive en el tema oscu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868680"/>
            <a:ext cx="3657600" cy="2868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Muchos PDF y ninguna respuesta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autónomo acumula facturas, contratos y presupuestos.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búsqueda por palabras no responde "¿cuánto le he facturado a Pedro este año?" ni "¿con cuánto preaviso puedo dejar la oficina?".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Mnemos Archive guarda los datos en tablas, el texto en vectores y deja que un modelo local redacte la respuesta con su fuente.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1371600"/>
            <a:ext cx="3108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2423160"/>
            <a:ext cx="3108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proveedores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3474720"/>
            <a:ext cx="3108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3566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verificados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ejemplo del estudio ficticio Estudio Ámbar S.L.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pasa dentro de SQL Server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81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web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· Blazor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127.0.0.1:5080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148840"/>
            <a:ext cx="274320" cy="0"/>
          </a:xfrm>
          <a:prstGeom prst="line">
            <a:avLst/>
          </a:prstGeom>
          <a:noFill/>
          <a:ln w="19050">
            <a:solidFill>
              <a:srgbClr val="5E574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4630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2025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· vectores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· T-SQL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148840"/>
            <a:ext cx="274320" cy="0"/>
          </a:xfrm>
          <a:prstGeom prst="line">
            <a:avLst/>
          </a:prstGeom>
          <a:noFill/>
          <a:ln w="19050">
            <a:solidFill>
              <a:srgbClr val="5E574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81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Caddy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HTTPS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local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2148840"/>
            <a:ext cx="274320" cy="0"/>
          </a:xfrm>
          <a:prstGeom prst="line">
            <a:avLst/>
          </a:prstGeom>
          <a:noFill/>
          <a:ln w="19050">
            <a:solidFill>
              <a:srgbClr val="5E574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95160" y="146304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81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· qwen3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locales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solo llama a modelos por HTTPS y Ollama habla HTTP, por eso Caddy va delante.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Trocear, vectorizar, buscar y llamar al modelo se hace en T-SQL: AI_GENERATE_CHUNKS, AI_GENERATE_EMBEDDINGS, VECTOR_DISTANCE y CREATE EXTERNAL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construí en T-SQL</a:t>
            </a:r>
            <a:endParaRPr lang="en-US" sz="3400" dirty="0"/>
          </a:p>
        </p:txBody>
      </p:sp>
      <p:sp>
        <p:nvSpPr>
          <p:cNvPr id="3" name="Tarjeta Diseño fondo"/>
          <p:cNvSpPr/>
          <p:nvPr/>
        </p:nvSpPr>
        <p:spPr>
          <a:xfrm>
            <a:off x="548640" y="1371600"/>
            <a:ext cx="2423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tablas con PK, FK, UNIQUE, CHECK y borrado en cascada</a:t>
            </a:r>
            <a:endParaRPr lang="en-US" sz="1400" dirty="0"/>
          </a:p>
        </p:txBody>
      </p:sp>
      <p:sp>
        <p:nvSpPr>
          <p:cNvPr id="6" name="Tarjeta Código fondo"/>
          <p:cNvSpPr/>
          <p:nvPr/>
        </p:nvSpPr>
        <p:spPr>
          <a:xfrm>
            <a:off x="3154680" y="1371600"/>
            <a:ext cx="2423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vistas, 6 funciones, procedimientos y 3 triggers</a:t>
            </a:r>
            <a:endParaRPr lang="en-US" sz="1400" dirty="0"/>
          </a:p>
        </p:txBody>
      </p:sp>
      <p:sp>
        <p:nvSpPr>
          <p:cNvPr id="9" name="Tarjeta T-SQL avanzado fondo"/>
          <p:cNvSpPr/>
          <p:nvPr/>
        </p:nvSpPr>
        <p:spPr>
          <a:xfrm>
            <a:off x="5760720" y="1371600"/>
            <a:ext cx="2423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T-SQL avanzado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CTE, ventanas, JSON, REGEXP_* y fuzzy matching</a:t>
            </a:r>
            <a:endParaRPr lang="en-US" sz="1400" dirty="0"/>
          </a:p>
        </p:txBody>
      </p:sp>
      <p:sp>
        <p:nvSpPr>
          <p:cNvPr id="12" name="Tarjeta Seguridad fondo"/>
          <p:cNvSpPr/>
          <p:nvPr/>
        </p:nvSpPr>
        <p:spPr>
          <a:xfrm>
            <a:off x="548640" y="3017520"/>
            <a:ext cx="2423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661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Row-Level Security, Dynamic Data Masking</a:t>
            </a:r>
            <a:endParaRPr lang="en-US" sz="1400" dirty="0"/>
          </a:p>
        </p:txBody>
      </p:sp>
      <p:sp>
        <p:nvSpPr>
          <p:cNvPr id="15" name="Tarjeta IA fondo"/>
          <p:cNvSpPr/>
          <p:nvPr/>
        </p:nvSpPr>
        <p:spPr>
          <a:xfrm>
            <a:off x="3154680" y="3017520"/>
            <a:ext cx="2423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5661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búsqueda híbrida, RAG y extracción con JSON Schema</a:t>
            </a:r>
            <a:endParaRPr lang="en-US" sz="1400" dirty="0"/>
          </a:p>
        </p:txBody>
      </p:sp>
      <p:sp>
        <p:nvSpPr>
          <p:cNvPr id="18" name="Tarjeta Calidad fondo"/>
          <p:cNvSpPr/>
          <p:nvPr/>
        </p:nvSpPr>
        <p:spPr>
          <a:xfrm>
            <a:off x="5760720" y="3017520"/>
            <a:ext cx="2423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D9D1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5661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SQL y 26 pruebas en .NET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primero, fuente siempre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se convierte en vector y se buscan los fragmentos más cercanos.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local responde solo con ese contexto.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cita archivo y página, y el pasaje usado aparece resaltado.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lo encuentra, lo dice.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69664" y="1243584"/>
            <a:ext cx="4462272" cy="3519297"/>
          </a:xfrm>
          <a:prstGeom prst="roundRect">
            <a:avLst>
              <a:gd name="adj" fmla="val 2598"/>
            </a:avLst>
          </a:prstGeom>
          <a:solidFill>
            <a:schemeClr val="bg1"/>
          </a:solidFill>
          <a:ln w="12700">
            <a:solidFill>
              <a:srgbClr val="8A8171"/>
            </a:solidFill>
            <a:prstDash val="solid"/>
          </a:ln>
        </p:spPr>
      </p:sp>
      <p:pic>
        <p:nvPicPr>
          <p:cNvPr id="5" name="Image 0" descr="Respuesta con fuente citada y pasaje resal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389120" cy="34461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cifras las calcula SQL, no el modelo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solo entiende la pregunta: devuelve un JSON con tercero, fechas y operación.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suma, filtra y opera con una lista cerrada de operaciones.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redacta, y se comprueba que cada número exista en lo calculado.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cuadra, se responde con el texto fijo calculado por SQL.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69664" y="1243584"/>
            <a:ext cx="4462272" cy="3629025"/>
          </a:xfrm>
          <a:prstGeom prst="roundRect">
            <a:avLst>
              <a:gd name="adj" fmla="val 2520"/>
            </a:avLst>
          </a:prstGeom>
          <a:solidFill>
            <a:schemeClr val="bg1"/>
          </a:solidFill>
          <a:ln w="12700">
            <a:solidFill>
              <a:srgbClr val="8A8171"/>
            </a:solidFill>
            <a:prstDash val="solid"/>
          </a:ln>
        </p:spPr>
      </p:sp>
      <p:pic>
        <p:nvPicPr>
          <p:cNvPr id="5" name="Image 0" descr="Pregunta de datos con la cuenta hecha por SQL 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389120" cy="35558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perfil ve lo suyo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filtra por departamento en todas las consultas.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y búsqueda leen las tablas con RLS: Contabilidad no recibe respuestas de contratos.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prueba sin login y EXECUTE AS USER.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un documento borra campos y vectores; la auditoría no guarda el contenido.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69664" y="1243584"/>
            <a:ext cx="4462272" cy="3159252"/>
          </a:xfrm>
          <a:prstGeom prst="roundRect">
            <a:avLst>
              <a:gd name="adj" fmla="val 2894"/>
            </a:avLst>
          </a:prstGeom>
          <a:solidFill>
            <a:schemeClr val="bg1"/>
          </a:solidFill>
          <a:ln w="12700">
            <a:solidFill>
              <a:srgbClr val="8A8171"/>
            </a:solidFill>
            <a:prstDash val="solid"/>
          </a:ln>
        </p:spPr>
      </p:sp>
      <p:pic>
        <p:nvPicPr>
          <p:cNvPr id="5" name="Image 0" descr="Pantalla vista como Contabil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389120" cy="3086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4.512 a 18 lecturas lógicas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4630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índice no se usaba.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añade un filtro por departamento a toda consulta, y esa columna no estaba en el índice.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Añadirla al INCLUDE convirtió el Scan en Seek: 28 ms a 2 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D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falló y cómo se resolvió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REGEXP_MATCHES rechaza nvarchar(max) (error 19304)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Convertir a nvarchar(4000)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qwen3:4b razona en voz alta: hasta 200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la variante instruct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índice filtrado daba error 1934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QUOTED_IDENTIFIER ON y sqlcmd -I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modelo inventaba cuentas ("el doble")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cuentas las hace T-SQL y se verifican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con Claude como asistente. Cada caso (prompt, respuesta, corrección y verificación) está en docs/ia-asistida.md.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F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me llevo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2025 hace todo el ciclo de IA sin salir de T-SQL.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RAG es tan bueno como su recuperación.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se calculan, no se le piden al modelo.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Privacidad: nada sale del ordenador.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B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Siguientes pasos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F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para escaneos · crear terceros nuevos al archivar · instalador con icono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emos Paper">
  <a:themeElements>
    <a:clrScheme name="Mnemos Paper">
      <a:dk1>
        <a:srgbClr val="1D1B18"/>
      </a:dk1>
      <a:lt1>
        <a:srgbClr val="FFFFFF"/>
      </a:lt1>
      <a:dk2>
        <a:srgbClr val="16181B"/>
      </a:dk2>
      <a:lt2>
        <a:srgbClr val="F5F0E6"/>
      </a:lt2>
      <a:accent1>
        <a:srgbClr val="1F5F5B"/>
      </a:accent1>
      <a:accent2>
        <a:srgbClr val="6FBFB5"/>
      </a:accent2>
      <a:accent3>
        <a:srgbClr val="5E574C"/>
      </a:accent3>
      <a:accent4>
        <a:srgbClr val="D9D1C0"/>
      </a:accent4>
      <a:accent5>
        <a:srgbClr val="A8321F"/>
      </a:accent5>
      <a:accent6>
        <a:srgbClr val="F2CF7A"/>
      </a:accent6>
      <a:hlink>
        <a:srgbClr val="1F5F5B"/>
      </a:hlink>
      <a:folHlink>
        <a:srgbClr val="5E574C"/>
      </a:folHlink>
    </a:clrScheme>
    <a:fontScheme name="Mnemos Pa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Mnemos Archive - DP-800</dc:title>
  <dc:subject>PptxGenJS Presentation</dc:subject>
  <dc:creator>Álvaro García-Quismondo Lizana</dc:creator>
  <cp:lastModifiedBy>Álvaro García-Quismondo Lizana</cp:lastModifiedBy>
  <cp:revision>1</cp:revision>
  <dcterms:created xsi:type="dcterms:W3CDTF">2026-10-28T20:26:03Z</dcterms:created>
  <dcterms:modified xsi:type="dcterms:W3CDTF">2026-10-28T20:26:03Z</dcterms:modified>
</cp:coreProperties>
</file>